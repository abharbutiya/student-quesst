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1729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multiagent AI companion for student careers, learning, and motivation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IBM Bob  ·  Hackathon Submission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4892040"/>
            <a:ext cx="640080" cy="640080"/>
          </a:xfrm>
          <a:prstGeom prst="ellipse">
            <a:avLst/>
          </a:prstGeom>
          <a:solidFill>
            <a:srgbClr val="17294A"/>
          </a:solidFill>
          <a:ln/>
        </p:spPr>
      </p:sp>
      <p:pic>
        <p:nvPicPr>
          <p:cNvPr id="7" name="Image 0" descr="assets/ic_car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4975250"/>
            <a:ext cx="473659" cy="4736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737360" y="4892040"/>
            <a:ext cx="640080" cy="640080"/>
          </a:xfrm>
          <a:prstGeom prst="ellipse">
            <a:avLst/>
          </a:prstGeom>
          <a:solidFill>
            <a:srgbClr val="17294A"/>
          </a:solidFill>
          <a:ln/>
        </p:spPr>
      </p:sp>
      <p:pic>
        <p:nvPicPr>
          <p:cNvPr id="9" name="Image 1" descr="assets/ic_g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570" y="4975250"/>
            <a:ext cx="473659" cy="47365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51760" y="4892040"/>
            <a:ext cx="640080" cy="640080"/>
          </a:xfrm>
          <a:prstGeom prst="ellipse">
            <a:avLst/>
          </a:prstGeom>
          <a:solidFill>
            <a:srgbClr val="17294A"/>
          </a:solidFill>
          <a:ln/>
        </p:spPr>
      </p:sp>
      <p:pic>
        <p:nvPicPr>
          <p:cNvPr id="11" name="Image 2" descr="assets/ic_boo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970" y="4975250"/>
            <a:ext cx="473659" cy="4736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FCE9D9"/>
          </a:solidFill>
          <a:ln/>
        </p:spPr>
      </p:sp>
      <p:pic>
        <p:nvPicPr>
          <p:cNvPr id="3" name="Image 0" descr="assets/ic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65562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566928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3FBFAD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confusion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pick subjects and streams with little real understanding of what careers actually involve.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148840"/>
            <a:ext cx="502920" cy="50292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Disengaged learning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63440" y="32461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and worksheets rarely hold attention next to interactive, feedback-rich digital experiences.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38160" y="182880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2148840"/>
            <a:ext cx="502920" cy="502920"/>
          </a:xfrm>
          <a:prstGeom prst="ellipse">
            <a:avLst/>
          </a:prstGeom>
          <a:solidFill>
            <a:srgbClr val="EF6F6C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decay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412480" y="32461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visible progress or encouragement, consistency fades — even for well-intentioned students.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48920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gaps compound: unmotivated students disengage, and disengaged students never explore where learning could lead.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AI companion — three specialized agents, one shared student profile.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17294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0F1E38"/>
          </a:solidFill>
          <a:ln/>
        </p:spPr>
      </p:sp>
      <p:pic>
        <p:nvPicPr>
          <p:cNvPr id="6" name="Image 0" descr="assets/ic_car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610" y="232349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26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F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Agent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38328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&amp; values assessment → personalized career suggestions with a skill roadmap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17294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240280"/>
            <a:ext cx="640080" cy="640080"/>
          </a:xfrm>
          <a:prstGeom prst="ellipse">
            <a:avLst/>
          </a:prstGeom>
          <a:solidFill>
            <a:srgbClr val="0F1E38"/>
          </a:solidFill>
          <a:ln/>
        </p:spPr>
      </p:sp>
      <p:pic>
        <p:nvPicPr>
          <p:cNvPr id="11" name="Image 1" descr="assets/ic_g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30" y="232349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926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Master Agent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338328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subject practice into short, adaptive quiz games with XP and levels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17294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2240280"/>
            <a:ext cx="640080" cy="640080"/>
          </a:xfrm>
          <a:prstGeom prst="ellipse">
            <a:avLst/>
          </a:prstGeom>
          <a:solidFill>
            <a:srgbClr val="0F1E38"/>
          </a:solidFill>
          <a:ln/>
        </p:spPr>
      </p:sp>
      <p:pic>
        <p:nvPicPr>
          <p:cNvPr id="16" name="Image 2" descr="assets/ic_boo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250" y="232349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926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6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Agent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21040" y="338328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short, genuine encouragement grounded in real progress — never generic hype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coordinator routes the student to the right specialist agent; all agents read and write one shared profile.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178308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0F1E38"/>
          </a:solidFill>
          <a:ln/>
        </p:spPr>
      </p:sp>
      <p:pic>
        <p:nvPicPr>
          <p:cNvPr id="5" name="Image 0" descr="assets/ic_coordin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98424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32120" y="17830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24612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F7F7F5"/>
          </a:solidFill>
          <a:ln w="19050">
            <a:solidFill>
              <a:srgbClr val="3FBF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246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Agent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965960" y="2606040"/>
            <a:ext cx="4114800" cy="640080"/>
          </a:xfrm>
          <a:prstGeom prst="line">
            <a:avLst/>
          </a:prstGeom>
          <a:noFill/>
          <a:ln w="19050">
            <a:solidFill>
              <a:srgbClr val="C9CD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324612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F7F7F5"/>
          </a:solidFill>
          <a:ln w="19050">
            <a:solidFill>
              <a:srgbClr val="F2B8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3246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Master Agent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80760" y="2606040"/>
            <a:ext cx="0" cy="640080"/>
          </a:xfrm>
          <a:prstGeom prst="line">
            <a:avLst/>
          </a:prstGeom>
          <a:noFill/>
          <a:ln w="19050">
            <a:solidFill>
              <a:srgbClr val="C9CD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052560" y="324612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F7F7F5"/>
          </a:solidFill>
          <a:ln w="19050">
            <a:solidFill>
              <a:srgbClr val="EF6F6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52560" y="3246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Agent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0195560" y="2606040"/>
            <a:ext cx="-4114800" cy="640080"/>
          </a:xfrm>
          <a:prstGeom prst="line">
            <a:avLst/>
          </a:prstGeom>
          <a:noFill/>
          <a:ln w="19050">
            <a:solidFill>
              <a:srgbClr val="C9CD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66160" y="461772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17294A"/>
          </a:solidFill>
          <a:ln/>
        </p:spPr>
      </p:sp>
      <p:pic>
        <p:nvPicPr>
          <p:cNvPr id="17" name="Image 1" descr="assets/ic_sha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4837176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51960" y="46177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student profile — XP, level, streak, badges, career path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965960" y="4023360"/>
            <a:ext cx="4114800" cy="594360"/>
          </a:xfrm>
          <a:prstGeom prst="line">
            <a:avLst/>
          </a:prstGeom>
          <a:noFill/>
          <a:ln w="19050">
            <a:solidFill>
              <a:srgbClr val="C9CDD6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6080760" y="4023360"/>
            <a:ext cx="0" cy="594360"/>
          </a:xfrm>
          <a:prstGeom prst="line">
            <a:avLst/>
          </a:prstGeom>
          <a:noFill/>
          <a:ln w="19050">
            <a:solidFill>
              <a:srgbClr val="C9CDD6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10195560" y="4023360"/>
            <a:ext cx="-4114800" cy="594360"/>
          </a:xfrm>
          <a:prstGeom prst="line">
            <a:avLst/>
          </a:prstGeom>
          <a:noFill/>
          <a:ln w="19050">
            <a:solidFill>
              <a:srgbClr val="C9CDD6"/>
            </a:solidFill>
            <a:prstDash val="dash"/>
          </a:ln>
        </p:spPr>
      </p:sp>
      <p:sp>
        <p:nvSpPr>
          <p:cNvPr id="22" name="Text 1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3FBFAD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400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assets/ic_car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75895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Agent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29718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low-pressure way for students to explore “what could I become” instead of guessing.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896112"/>
            <a:ext cx="128016" cy="128016"/>
          </a:xfrm>
          <a:prstGeom prst="ellipse">
            <a:avLst/>
          </a:prstGeom>
          <a:solidFill>
            <a:srgbClr val="3FBFAD"/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7498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&amp; values intake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937760" y="111556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picks up to 3 interests, a work style, and what they value most — a 90-second quiz, not a test.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947672"/>
            <a:ext cx="128016" cy="128016"/>
          </a:xfrm>
          <a:prstGeom prst="ellipse">
            <a:avLst/>
          </a:prstGeom>
          <a:solidFill>
            <a:srgbClr val="3FBFAD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8013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career matches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937760" y="216712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career suggestions, each with a one-line rationale tied directly to the student's own answers.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2999232"/>
            <a:ext cx="128016" cy="128016"/>
          </a:xfrm>
          <a:prstGeom prst="ellipse">
            <a:avLst/>
          </a:prstGeom>
          <a:solidFill>
            <a:srgbClr val="3FBFAD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28529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roadmap per career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937760" y="321868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4-step path for each suggestion, so exploration turns into an actionable next move.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663440" y="4050792"/>
            <a:ext cx="128016" cy="128016"/>
          </a:xfrm>
          <a:prstGeom prst="ellipse">
            <a:avLst/>
          </a:prstGeom>
          <a:solidFill>
            <a:srgbClr val="3FBFAD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390448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options, not verdicts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937760" y="427024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built into the agent's prompt: suggestions to explore, never a deterministic decision.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400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assets/ic_g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75895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Master Agent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29718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everyday subject practice into a short, replayable game instead of a worksheet.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89611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7498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subject and difficulty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937760" y="111556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Science, Coding, History, English, Geography — easy, medium, or hard.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9476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8013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Freshly generated quiz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937760" y="216712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multiple-choice questions written on the spot for that subject and difficulty level.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299923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28529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+ explanation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937760" y="321868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reveals the correct choice and a one-line explanation before moving 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663440" y="405079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390448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and levels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937760" y="427024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XP per correct answer feeds the same profile the Career and Motivation agents read from.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F6F6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400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assets/ic_bo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75895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Agent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29718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quick, honest nudge when motivation dips — grounded in what the student actually did.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896112"/>
            <a:ext cx="128016" cy="128016"/>
          </a:xfrm>
          <a:prstGeom prst="ellipse">
            <a:avLst/>
          </a:prstGeom>
          <a:solidFill>
            <a:srgbClr val="EF6F6C"/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7498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real progress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937760" y="111556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streak length, quizzes completed, badges earned, and chosen career path all feed the prompt.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947672"/>
            <a:ext cx="128016" cy="128016"/>
          </a:xfrm>
          <a:prstGeom prst="ellipse">
            <a:avLst/>
          </a:prstGeom>
          <a:solidFill>
            <a:srgbClr val="EF6F6C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8013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and specific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937760" y="216712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 three sentences, plain language — never a wall of generic encouragement.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2999232"/>
            <a:ext cx="128016" cy="128016"/>
          </a:xfrm>
          <a:prstGeom prst="ellipse">
            <a:avLst/>
          </a:prstGeom>
          <a:solidFill>
            <a:srgbClr val="EF6F6C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28529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guilt, no comparison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937760" y="321868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guardrail: never uses peer comparison, shame, or manipulative urgency to drive engagement.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663440" y="4050792"/>
            <a:ext cx="128016" cy="128016"/>
          </a:xfrm>
          <a:prstGeom prst="ellipse">
            <a:avLst/>
          </a:prstGeom>
          <a:solidFill>
            <a:srgbClr val="EF6F6C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390448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streak tracker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937760" y="427024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7-day streak strip gives the student an immediate, low-stakes sense of consistency.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ties it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student profile lets the three agents inform each other instead of acting as three disconnected tools.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17294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59152"/>
            <a:ext cx="640080" cy="640080"/>
          </a:xfrm>
          <a:prstGeom prst="ellipse">
            <a:avLst/>
          </a:prstGeom>
          <a:solidFill>
            <a:srgbClr val="0F1E38"/>
          </a:solidFill>
          <a:ln/>
        </p:spPr>
      </p:sp>
      <p:pic>
        <p:nvPicPr>
          <p:cNvPr id="6" name="Image 0" descr="assets/ic_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610" y="2442362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240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performance → career roadmap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633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or weak subject performance can shape which skills a career roadmap highlights next.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4747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17294A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730752"/>
            <a:ext cx="640080" cy="640080"/>
          </a:xfrm>
          <a:prstGeom prst="ellipse">
            <a:avLst/>
          </a:prstGeom>
          <a:solidFill>
            <a:srgbClr val="0F1E38"/>
          </a:solidFill>
          <a:ln/>
        </p:spPr>
      </p:sp>
      <p:pic>
        <p:nvPicPr>
          <p:cNvPr id="11" name="Image 1" descr="assets/ic_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610" y="3813962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611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6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progress → motivation copy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828800" y="40050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 Agent's message always reflects actual XP, streak, and badges — not a template.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8463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17294A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5102352"/>
            <a:ext cx="640080" cy="640080"/>
          </a:xfrm>
          <a:prstGeom prst="ellipse">
            <a:avLst/>
          </a:prstGeom>
          <a:solidFill>
            <a:srgbClr val="0F1E38"/>
          </a:solidFill>
          <a:ln/>
        </p:spPr>
      </p:sp>
      <p:pic>
        <p:nvPicPr>
          <p:cNvPr id="16" name="Image 2" descr="assets/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" y="5185562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F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profile, one XP economy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28800" y="53766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— a quiz, a career check-in — feeds the same level, streak, and badge system.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E9EEF7"/>
          </a:solidFill>
          <a:ln/>
        </p:spPr>
      </p:sp>
      <p:pic>
        <p:nvPicPr>
          <p:cNvPr id="3" name="Image 0" descr="assets/ic_guardr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65562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guardrails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737360" y="1325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isn't a filter bolted on afterward — it's written into each agent's prompt and role.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7F7F5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4505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direct homework answers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85292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guide step-by-step rather than handing over finished answers.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22860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7F7F5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24505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Age-appropriate tone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492240" y="285292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language calibrated for a student audience throughout.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8404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7F7F5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0050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suggestions, not decisions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14400" y="440740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career output is framed as something to explore, never a final call.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38404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7F7F5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40050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motivation patterns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492240" y="440740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guilt, shame, urgency, or peer comparison in any generated message.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17294A"/>
          </a:solidFill>
          <a:ln/>
        </p:spPr>
      </p:sp>
      <p:pic>
        <p:nvPicPr>
          <p:cNvPr id="3" name="Image 0" descr="assets/ic_b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65562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IBM Bob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737360" y="1325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Bob's agentic development workflow drove the project end to end — scoping, design, and build.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17294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420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/ Plan / Agent modes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94436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scoping, design, and execution into distinct, reviewable stages.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237744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17294A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25420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repo context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92240" y="294436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whole project rather than isolated snippets.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93192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17294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0965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Subagents &amp; parallel tasks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449884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pieces built concurrently under isolated responsibilities.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393192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17294A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40965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Approval-gated changes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449884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before new dependencies or scope changes — no silent drift.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FBFA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052560" y="457200"/>
            <a:ext cx="914400" cy="914400"/>
          </a:xfrm>
          <a:prstGeom prst="ellipse">
            <a:avLst/>
          </a:prstGeom>
          <a:solidFill>
            <a:srgbClr val="F0F1F4"/>
          </a:solidFill>
          <a:ln/>
        </p:spPr>
      </p:sp>
      <p:pic>
        <p:nvPicPr>
          <p:cNvPr id="5" name="Image 0" descr="assets/ic_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1432" y="57607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1887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Scoping the problem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40080" y="1920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code, Bob asked clarifying questions to pressure-test the idea.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146304" cy="146304"/>
          </a:xfrm>
          <a:prstGeom prst="ellipse">
            <a:avLst/>
          </a:prstGeom>
          <a:solidFill>
            <a:srgbClr val="3FBFAD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63347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users, the three pillars, and how they should connect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355848"/>
            <a:ext cx="146304" cy="146304"/>
          </a:xfrm>
          <a:prstGeom prst="ellipse">
            <a:avLst/>
          </a:prstGeom>
          <a:solidFill>
            <a:srgbClr val="3FBFAD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200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constraints and autonomy vs. human-in-the-loop needs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922776"/>
            <a:ext cx="146304" cy="146304"/>
          </a:xfrm>
          <a:prstGeom prst="ellipse">
            <a:avLst/>
          </a:prstGeom>
          <a:solidFill>
            <a:srgbClr val="3FBFAD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7673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flagged early: deterministic career advice, pressuring gamification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489704"/>
            <a:ext cx="146304" cy="146304"/>
          </a:xfrm>
          <a:prstGeom prst="ellipse">
            <a:avLst/>
          </a:prstGeom>
          <a:solidFill>
            <a:srgbClr val="3FBFAD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433425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candidate architectures summarized with tradeoffs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052560" y="457200"/>
            <a:ext cx="914400" cy="914400"/>
          </a:xfrm>
          <a:prstGeom prst="ellipse">
            <a:avLst/>
          </a:prstGeom>
          <a:solidFill>
            <a:srgbClr val="F0F1F4"/>
          </a:solidFill>
          <a:ln/>
        </p:spPr>
      </p:sp>
      <p:pic>
        <p:nvPicPr>
          <p:cNvPr id="5" name="Image 0" descr="assets/ic_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1432" y="57607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1887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architecture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40080" y="1920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produced a structured, reviewable plan with zero code written.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146304" cy="146304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63347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roster: Coordinator, Career, Game Master, Motivation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355848"/>
            <a:ext cx="146304" cy="146304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200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schema: XP, level, streak, badges, career profile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922776"/>
            <a:ext cx="146304" cy="146304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7673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specified per agent before implementation began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489704"/>
            <a:ext cx="146304" cy="146304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433425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milestones sequenced: single agent → shared state → remaining agents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F6F6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052560" y="457200"/>
            <a:ext cx="914400" cy="914400"/>
          </a:xfrm>
          <a:prstGeom prst="ellipse">
            <a:avLst/>
          </a:prstGeom>
          <a:solidFill>
            <a:srgbClr val="F0F1F4"/>
          </a:solidFill>
          <a:ln/>
        </p:spPr>
      </p:sp>
      <p:pic>
        <p:nvPicPr>
          <p:cNvPr id="5" name="Image 0" descr="assets/ic_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1432" y="57607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1887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prototype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40080" y="1920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 context let Bob keep every agent consistent with one shared data model.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146304" cy="146304"/>
          </a:xfrm>
          <a:prstGeom prst="ellipse">
            <a:avLst/>
          </a:prstGeom>
          <a:solidFill>
            <a:srgbClr val="EF6F6C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63347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tasks: quiz UI, career intake, and motivation component built concurrently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355848"/>
            <a:ext cx="146304" cy="146304"/>
          </a:xfrm>
          <a:prstGeom prst="ellipse">
            <a:avLst/>
          </a:prstGeom>
          <a:solidFill>
            <a:srgbClr val="EF6F6C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200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isolated prompt design vs. the persistence layer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922776"/>
            <a:ext cx="146304" cy="146304"/>
          </a:xfrm>
          <a:prstGeom prst="ellipse">
            <a:avLst/>
          </a:prstGeom>
          <a:solidFill>
            <a:srgbClr val="EF6F6C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7673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kept generation aligned to the approved plan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489704"/>
            <a:ext cx="146304" cy="146304"/>
          </a:xfrm>
          <a:prstGeom prst="ellipse">
            <a:avLst/>
          </a:prstGeom>
          <a:solidFill>
            <a:srgbClr val="EF6F6C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433425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Approval-gated: paused before any new dependency or scope change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product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views, one navigation rail: Home, Career Path, Play &amp; Learn, Boost.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17294A"/>
          </a:solidFill>
          <a:ln w="15875">
            <a:solidFill>
              <a:srgbClr val="F2B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594360" cy="594360"/>
          </a:xfrm>
          <a:prstGeom prst="ellipse">
            <a:avLst/>
          </a:prstGeom>
          <a:solidFill>
            <a:srgbClr val="0F1E38"/>
          </a:solidFill>
          <a:ln/>
        </p:spPr>
      </p:sp>
      <p:pic>
        <p:nvPicPr>
          <p:cNvPr id="6" name="Image 0" descr="assets/ic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387" y="240898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streak, level, and badge gallery at a glance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201168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17294A"/>
          </a:solidFill>
          <a:ln w="15875">
            <a:solidFill>
              <a:srgbClr val="3FBFA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03320" y="2331720"/>
            <a:ext cx="594360" cy="594360"/>
          </a:xfrm>
          <a:prstGeom prst="ellipse">
            <a:avLst/>
          </a:prstGeom>
          <a:solidFill>
            <a:srgbClr val="0F1E38"/>
          </a:solidFill>
          <a:ln/>
        </p:spPr>
      </p:sp>
      <p:pic>
        <p:nvPicPr>
          <p:cNvPr id="11" name="Image 1" descr="assets/ic_care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587" y="240898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F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Path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352044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quiz → 3 career matches with roadmaps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01168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17294A"/>
          </a:solidFill>
          <a:ln w="15875">
            <a:solidFill>
              <a:srgbClr val="F2B84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46520" y="2331720"/>
            <a:ext cx="594360" cy="594360"/>
          </a:xfrm>
          <a:prstGeom prst="ellipse">
            <a:avLst/>
          </a:prstGeom>
          <a:solidFill>
            <a:srgbClr val="0F1E38"/>
          </a:solidFill>
          <a:ln/>
        </p:spPr>
      </p:sp>
      <p:pic>
        <p:nvPicPr>
          <p:cNvPr id="16" name="Image 2" descr="assets/ic_ga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787" y="240898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&amp; Learn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352044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+ difficulty → 5-question AI quiz game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869680" y="201168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17294A"/>
          </a:solidFill>
          <a:ln w="15875">
            <a:solidFill>
              <a:srgbClr val="EF6F6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89720" y="2331720"/>
            <a:ext cx="594360" cy="594360"/>
          </a:xfrm>
          <a:prstGeom prst="ellipse">
            <a:avLst/>
          </a:prstGeom>
          <a:solidFill>
            <a:srgbClr val="0F1E38"/>
          </a:solidFill>
          <a:ln/>
        </p:spPr>
      </p:sp>
      <p:pic>
        <p:nvPicPr>
          <p:cNvPr id="21" name="Image 3" descr="assets/ic_boo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6987" y="2408987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6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098280" y="352044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On-demand, progress-grounded encouragement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(Swap this slide's frames for live screenshots of the running app before final submission.)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17294A"/>
          </a:solidFill>
          <a:ln/>
        </p:spPr>
      </p:sp>
      <p:pic>
        <p:nvPicPr>
          <p:cNvPr id="3" name="Image 0" descr="assets/ic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65562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what's next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coherent system instead of three disconnected tools — answering the three questions a student actually asks.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3429000" cy="914400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2860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could this lead me?”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2286000"/>
            <a:ext cx="3429000" cy="914400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/>
        </p:spPr>
      </p:sp>
      <p:sp>
        <p:nvSpPr>
          <p:cNvPr id="9" name="Text 6"/>
          <p:cNvSpPr/>
          <p:nvPr/>
        </p:nvSpPr>
        <p:spPr>
          <a:xfrm>
            <a:off x="4526280" y="22860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practice without getting bored?”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46720" y="2286000"/>
            <a:ext cx="3429000" cy="914400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0" y="22860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keep going?”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40080" y="4078224"/>
            <a:ext cx="128016" cy="128016"/>
          </a:xfrm>
          <a:prstGeom prst="ellipse">
            <a:avLst/>
          </a:prstGeom>
          <a:solidFill>
            <a:srgbClr val="3FBFAD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/ parent view into student progress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4581144"/>
            <a:ext cx="128016" cy="128016"/>
          </a:xfrm>
          <a:prstGeom prst="ellipse">
            <a:avLst/>
          </a:prstGeom>
          <a:solidFill>
            <a:srgbClr val="3FBFAD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434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career-database grounding behind roadmaps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5084064"/>
            <a:ext cx="128016" cy="128016"/>
          </a:xfrm>
          <a:prstGeom prst="ellipse">
            <a:avLst/>
          </a:prstGeom>
          <a:solidFill>
            <a:srgbClr val="3FBFAD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937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Spaced-repetition scheduling tied to quiz performance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729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17294A"/>
          </a:solidFill>
          <a:ln/>
        </p:spPr>
      </p:sp>
      <p:pic>
        <p:nvPicPr>
          <p:cNvPr id="4" name="Image 0" descr="assets/ic_than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40487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337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— built with IBM Bob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2026-09-15T11:21:36Z</dcterms:created>
  <dcterms:modified xsi:type="dcterms:W3CDTF">2026-09-15T11:21:36Z</dcterms:modified>
</cp:coreProperties>
</file>